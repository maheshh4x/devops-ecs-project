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76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589520" y="1325880"/>
            <a:ext cx="4206240" cy="4206240"/>
          </a:xfrm>
          <a:prstGeom prst="ellipse">
            <a:avLst/>
          </a:prstGeom>
          <a:ln w="19050">
            <a:solidFill>
              <a:srgbClr val="2731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92440" y="1828800"/>
            <a:ext cx="3200400" cy="3200400"/>
          </a:xfrm>
          <a:prstGeom prst="ellipse">
            <a:avLst/>
          </a:prstGeom>
          <a:ln w="19050">
            <a:solidFill>
              <a:srgbClr val="313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95360" y="2331720"/>
            <a:ext cx="2194560" cy="2194560"/>
          </a:xfrm>
          <a:prstGeom prst="ellipse">
            <a:avLst/>
          </a:prstGeom>
          <a:ln w="19050">
            <a:solidFill>
              <a:srgbClr val="3B4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075420" y="2811780"/>
            <a:ext cx="1234440" cy="1234440"/>
          </a:xfrm>
          <a:prstGeom prst="ellipse">
            <a:avLst/>
          </a:prstGeom>
          <a:ln w="19050">
            <a:solidFill>
              <a:srgbClr val="455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72600" y="31089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292840" y="2514600"/>
            <a:ext cx="146304" cy="146304"/>
          </a:xfrm>
          <a:prstGeom prst="ellipse">
            <a:avLst/>
          </a:prstGeom>
          <a:solidFill>
            <a:srgbClr val="3F4CA0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183880" y="4526280"/>
            <a:ext cx="146304" cy="146304"/>
          </a:xfrm>
          <a:prstGeom prst="ellipse">
            <a:avLst/>
          </a:prstGeom>
          <a:solidFill>
            <a:srgbClr val="4552B8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966960" y="1325880"/>
            <a:ext cx="146304" cy="146304"/>
          </a:xfrm>
          <a:prstGeom prst="ellipse">
            <a:avLst/>
          </a:prstGeom>
          <a:solidFill>
            <a:srgbClr val="313C86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589520" y="3063240"/>
            <a:ext cx="146304" cy="146304"/>
          </a:xfrm>
          <a:prstGeom prst="ellipse">
            <a:avLst/>
          </a:prstGeom>
          <a:solidFill>
            <a:srgbClr val="3B47A0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ECS Fargate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280160" cy="4114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about, and why it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41732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Python Flask web application, package it into a Docker container, and deploy it on AWS in a way that is scalable, load-balanced, and doesn't depend on managing any servers directly — using ECS Fargate, ECR, and an Application Load Balancer.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real-world, production-style cloud deployment workflow — the same category of architecture used by companies to run containerized applications at scale. Rather than following a tutorial to a working end state, it involved diagnosing and fixing a chain of real infrastructure failures, which is where most of the actual learning happened.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704088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6868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&amp; fixed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4572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15468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steps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4572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 min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4068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deploy to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&amp; 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092440" y="1645920"/>
            <a:ext cx="457200" cy="45720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92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52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21031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served by Gunicorn (production WSGI server), exposing a UI and a /health endpoint.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1812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0924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924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32520" y="3291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the app and all dependencies into one portable image that runs identically anywhere.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480060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092440" y="5029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924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32520" y="4983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Runtime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92440" y="54864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runs the container serverlessly; ECR stores the image; an ALB exposes it publicly.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BCDDE6E-D498-40EA-6D0A-8B09BE66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77" y="6217920"/>
            <a:ext cx="2763623" cy="583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each technology choice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550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app runs identically on a local machine and in the cloud, eliminating “works on my machine” problems.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457200" cy="45720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6550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over EC2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78040" y="194767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patch, size, or manage — AWS handles the underlying compute, and you pay only while a task is running.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809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327355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secure registry so the container image never has to be public; ECS pulls it directly with IAM permissions.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37960" y="3063240"/>
            <a:ext cx="457200" cy="457200"/>
          </a:xfrm>
          <a:prstGeom prst="ellipse">
            <a:avLst/>
          </a:prstGeom>
          <a:solidFill>
            <a:srgbClr val="D65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29809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78040" y="327355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app one stable public URL, performs health checks, and can distribute traffic across replicas if scaled 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5B6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3068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45994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container output so application behavior can be inspected without shelling into a server.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AD5DBB7-EBE2-94C7-75D0-C9E333BB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14" y="6434875"/>
            <a:ext cx="3905795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component connects,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87552" y="13716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writes Flask app + Dockerfile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719072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15084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18150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local image (my-ecs-app:latest)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2162556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258568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7552" y="22585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authenticates to AWS ECR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70205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27020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→ image stored in private ECR registry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049524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145536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87552" y="31455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 Definition references the ECR image (port 5000)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3493008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589020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7552" y="35890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 launches the task on Fargate (no EC2 servers)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936492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032504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87552" y="40325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(my-app-alb) — listener :80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4379976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475988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87552" y="44759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 (my-ecs-targets-ip) — routes to container IP:5000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4823460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91947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87552" y="49194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(/ecs/my-ecs-app) capture container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5266944"/>
            <a:ext cx="2743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7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362956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87552" y="53629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— anyone can access the live app over HTTP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06840" y="1371600"/>
            <a:ext cx="2651760" cy="4434840"/>
          </a:xfrm>
          <a:prstGeom prst="roundRect">
            <a:avLst>
              <a:gd name="adj" fmla="val 2759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23544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35440" y="1920240"/>
            <a:ext cx="82296" cy="56692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41832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18320" y="21396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build &amp; test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35440" y="2633472"/>
            <a:ext cx="82296" cy="56692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418320" y="2615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18320" y="28529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 image storage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235440" y="3346704"/>
            <a:ext cx="82296" cy="56692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418320" y="3328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418320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task &amp; service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235440" y="4059936"/>
            <a:ext cx="82296" cy="56692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418320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418320" y="4279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target group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235440" y="4773168"/>
            <a:ext cx="82296" cy="56692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418320" y="4754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418320" y="49926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52A89C7-4802-404E-72AD-313799B4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91210"/>
            <a:ext cx="426779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and AWS service used, and its role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2014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71800" y="1463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IN THIS 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1463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1800" y="1847088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1847088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Flask app into a portable image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92640" y="2045970"/>
            <a:ext cx="91440" cy="91440"/>
          </a:xfrm>
          <a:prstGeom prst="ellipse">
            <a:avLst/>
          </a:prstGeom>
          <a:solidFill>
            <a:srgbClr val="5B6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875520" y="1847088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36292"/>
            <a:ext cx="11201400" cy="489204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336292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71800" y="2336292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336292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image storage (repo: my-ecs-app)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92640" y="2535174"/>
            <a:ext cx="91440" cy="9144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875520" y="233629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825496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71800" y="2825496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825496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 without managing servers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92640" y="3024378"/>
            <a:ext cx="91440" cy="9144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875520" y="2825496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314700"/>
            <a:ext cx="11201400" cy="489204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314700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71800" y="3314700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3314700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URL, load balancing, health checks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92640" y="3513582"/>
            <a:ext cx="91440" cy="9144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875520" y="3314700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3803904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71800" y="3803904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803904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permissions (LabRole)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92640" y="400278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875520" y="3803904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293108"/>
            <a:ext cx="11201400" cy="489204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0080" y="4293108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971800" y="4293108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4293108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logs (/ecs/my-ecs-app)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692640" y="4491990"/>
            <a:ext cx="91440" cy="9144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875520" y="4293108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4782312"/>
            <a:ext cx="2148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v2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971800" y="4782312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37760" y="4782312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Authenticate, build ECR, push image locally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692640" y="498119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9875520" y="478231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1463040"/>
            <a:ext cx="0" cy="3808476"/>
          </a:xfrm>
          <a:prstGeom prst="line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1704320" y="1463040"/>
            <a:ext cx="0" cy="3808476"/>
          </a:xfrm>
          <a:prstGeom prst="line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02920" y="5271516"/>
            <a:ext cx="11201400" cy="0"/>
          </a:xfrm>
          <a:prstGeom prst="line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AA3B656-7619-F334-0AE0-D574966CF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90" y="6045096"/>
            <a:ext cx="3296110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Step by 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build-to-live-URL deployment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751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Docker image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my-ecs-app . — packages the app, Gunicorn, and dependencies into one image.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73952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7395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locally before deploying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178308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5000:5000 — confirmed the app and /health endpoint before touching AWS.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7512" y="26883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15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private ECR repository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28895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 create-repository — sets up a secure, private location to store the image.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309360" y="2523744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73952" y="26883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73952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615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push to ECR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95160" y="28895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Docker into ECR, tagged the image with the repo URI, pushed all layers.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02920" y="3630168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67512" y="3794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751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security groups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88720" y="39959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inbound port 5000 for the container and port 80 for the load balancer.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309360" y="3630168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73952" y="3794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395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Fargate target group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95160" y="39959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target type (required for Fargate) on port 5000, attached to the ALB listener.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02920" y="4736592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67512" y="4901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67512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ECS service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88720" y="5102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service on my-ecs-cluster, referencing the task definition &amp; target group.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6309360" y="4736592"/>
            <a:ext cx="544068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73952" y="4901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73952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go live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995160" y="5102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 RUNNING, ALB target Healthy, public ALB DNS URL serving the live app.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495300" y="5824728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1C8C7A"/>
          </a:solidFill>
          <a:ln/>
        </p:spPr>
        <p:txBody>
          <a:bodyPr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effective deployment time (after all fixes): a fresh deploy reaches a healthy, publicly reachable state in under 5 minutes.</a:t>
            </a:r>
            <a:endParaRPr lang="en-US" sz="1400" dirty="0"/>
          </a:p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CF9510D-AE7F-8E61-D534-8E2F4514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6448399"/>
            <a:ext cx="2791215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Debugging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deploy failed (CloudFormation ECSService: CREATE_FAILED). Each failure was diagnosed one layer at a time — issues 1 to 3: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402336" cy="402336"/>
          </a:xfrm>
          <a:prstGeom prst="ellipse">
            <a:avLst/>
          </a:prstGeom>
          <a:solidFill>
            <a:srgbClr val="D65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16152" y="161848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3E3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16152" y="16184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blocked the app's 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security group had no inbound rule for port 5000, so the load balancer couldn't reach the container.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85800" y="5193792"/>
            <a:ext cx="3246120" cy="0"/>
          </a:xfrm>
          <a:prstGeom prst="rect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5120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3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inbound rule — Custom TCP, port 5000, source 0.0.0.0/0.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80560" y="1600200"/>
            <a:ext cx="402336" cy="402336"/>
          </a:xfrm>
          <a:prstGeom prst="ellipse">
            <a:avLst/>
          </a:prstGeom>
          <a:solidFill>
            <a:srgbClr val="D65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8056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10912" y="1618488"/>
            <a:ext cx="983894" cy="237744"/>
          </a:xfrm>
          <a:prstGeom prst="roundRect">
            <a:avLst>
              <a:gd name="adj" fmla="val 50000"/>
            </a:avLst>
          </a:prstGeom>
          <a:solidFill>
            <a:srgbClr val="F3E3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10912" y="1618488"/>
            <a:ext cx="9838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target group was wrong type &amp; 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258775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target group used Instance type on port 80 — incompatible with Fargate, which needs IP type, and the app runs on port 5000.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480560" y="5193792"/>
            <a:ext cx="3246120" cy="0"/>
          </a:xfrm>
          <a:prstGeom prst="rect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80560" y="5120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3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new IP-type target group on port 5000 and re-pointed the ALB listener to it.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092440" y="141732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75320" y="1600200"/>
            <a:ext cx="402336" cy="402336"/>
          </a:xfrm>
          <a:prstGeom prst="ellipse">
            <a:avLst/>
          </a:prstGeom>
          <a:solidFill>
            <a:srgbClr val="D65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7532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05672" y="1618488"/>
            <a:ext cx="627278" cy="237744"/>
          </a:xfrm>
          <a:prstGeom prst="roundRect">
            <a:avLst>
              <a:gd name="adj" fmla="val 50000"/>
            </a:avLst>
          </a:prstGeom>
          <a:solidFill>
            <a:srgbClr val="F3E3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805672" y="1618488"/>
            <a:ext cx="627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753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failed before the container even started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258775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ResourceInitializationError: the specified log group does not exist — the task definition referenced a CloudWatch log group that was never created.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275320" y="5193792"/>
            <a:ext cx="3246120" cy="0"/>
          </a:xfrm>
          <a:prstGeom prst="rect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275320" y="5120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3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created the log group /ecs/my-ecs-app in CloudWatch to match the task definition.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466165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354BAE-FF45-BACE-59E8-C4B5B5E3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08" y="6473952"/>
            <a:ext cx="346758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Debugging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...continued — issues 4 and 5, including the actual root cause: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402336" cy="402336"/>
          </a:xfrm>
          <a:prstGeom prst="ellipse">
            <a:avLst/>
          </a:prstGeom>
          <a:solidFill>
            <a:srgbClr val="D65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16152" y="161848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3E3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16152" y="16184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 image had never actually been pushed to ECR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CannotPullContainerError — investigating further revealed the ECR repository itself didn't exist; no image had ever been built or pushed for this project.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85800" y="3822192"/>
            <a:ext cx="5166360" cy="0"/>
          </a:xfrm>
          <a:prstGeom prst="rect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3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Docker Desktop &amp; AWS CLI, configured AWS Academy credentials, built the image, created the ECR repo, and pushed my-ecs-app:latest.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5321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402336" cy="402336"/>
          </a:xfrm>
          <a:prstGeom prst="ellipse">
            <a:avLst/>
          </a:prstGeom>
          <a:solidFill>
            <a:srgbClr val="D65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31152" y="1618488"/>
            <a:ext cx="1055218" cy="237744"/>
          </a:xfrm>
          <a:prstGeom prst="roundRect">
            <a:avLst>
              <a:gd name="adj" fmla="val 50000"/>
            </a:avLst>
          </a:prstGeom>
          <a:solidFill>
            <a:srgbClr val="F3E3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31152" y="1618488"/>
            <a:ext cx="1055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21031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internally, but unreachable from the browser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587752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the ECS task Running and the ALB target Healthy, the public URL timed out — the ALB's own security group had no inbound rule for port 80.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400800" y="3822192"/>
            <a:ext cx="5166360" cy="0"/>
          </a:xfrm>
          <a:prstGeom prst="rect">
            <a:avLst/>
          </a:prstGeom>
          <a:noFill/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37490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C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30" dirty="0">
                <a:solidFill>
                  <a:srgbClr val="33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inbound rule — HTTP, port 80, source 0.0.0.0/0 — to the ALB's security group. The app went live immediately after.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1120140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SUCCESSFUL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Task: Running   |   ALB Target: Healthy   |   Environment: production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3492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over: my-app-alb-1934564929.us-east-1.elb.amazonaws.com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5528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49743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my-ecs-cluster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8972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89720" y="49743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my-app-service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42416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424160" y="49743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my-ecs-app-task:2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A27D5C-E010-9401-DC43-AE0109E1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08" y="6376745"/>
            <a:ext cx="346758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— and debugging — this project actually taught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404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Dockerfiles, layer caching, lightweight production images with Gunicorn.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805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075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2350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private repos, authenticating with temporary tokens, tagging &amp; pushing images.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753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075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(Fargate)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2350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task definitions, creating services, IP vs Instance target types.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630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&amp; Networking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39593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groups, listener rules, diagnosing security group misconfigurations.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297680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80560" y="315468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805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3630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0560" y="3904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Task Execution Role's permissions to pull images and write logs.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092440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75320" y="315468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753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3630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Logging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3904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 missing log group, reading ECS 'stopped reason' errors precisely.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02920" y="45262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85800" y="4709160"/>
            <a:ext cx="365760" cy="365760"/>
          </a:xfrm>
          <a:prstGeom prst="ellipse">
            <a:avLst/>
          </a:prstGeom>
          <a:solidFill>
            <a:srgbClr val="1C8C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58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" y="5184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Debugging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85800" y="54589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5 layered infrastructure failures by isolating one variable at a time.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 |  Mahesh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809321A-3C04-86B4-853E-47182216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07" y="6380011"/>
            <a:ext cx="3905795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achievement and real-world relevance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7223760" cy="1234440"/>
          </a:xfrm>
          <a:prstGeom prst="roundRect">
            <a:avLst>
              <a:gd name="adj" fmla="val 592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and resolved five separate, real infrastructure failures — from a missing security group rule to a container image that had never been pushed — to deploy a fully containerized Flask app on AWS ECS Fargate, publicly reachable through an ALB.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reflects the reality of cloud deployment work: initial setups rarely succeed on the first try, and the real skill lies in reading error messages precisely, isolating the failing layer, and fixing issues one at a time — the same troubleshooting process used in professional DevOps and cloud engineering roles.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4187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CloudFormation stack, no image in ECR, misconfigured networking — nothing reachable.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4023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80560" y="4187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running, health-checked, load-balanced container serving traffic on a public URL.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66760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diagnosed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8529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66760" y="35112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touched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41513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366760" y="4809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live URL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54864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21040" y="5605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INTERNSHIP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5806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Mahesh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Deployment — July 2026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7B173A7-4349-79BF-44B4-424ED1E46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210" y="5333851"/>
            <a:ext cx="3689990" cy="10669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1533</Words>
  <Application>Microsoft Office PowerPoint</Application>
  <PresentationFormat>Widescreen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charitha peesabattula</cp:lastModifiedBy>
  <cp:revision>5</cp:revision>
  <dcterms:created xsi:type="dcterms:W3CDTF">2026-07-12T14:09:51Z</dcterms:created>
  <dcterms:modified xsi:type="dcterms:W3CDTF">2026-07-15T07:56:09Z</dcterms:modified>
</cp:coreProperties>
</file>